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EB09-7DF6-93B1-878D-E1B3EE4E1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A7363-7842-0F3D-8F87-BBFA3E3FE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AF25C-35FF-C9DB-4528-65C04E27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FC63-8AF5-6D0A-7DF5-8E10FB111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6BCD2-9BB7-AEF7-F5F3-1158B7EC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36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AD60-606F-1482-79CC-D6EEE66BD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3EED3-68AF-0A24-D270-661BD309E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EEA95-26FA-F9D4-9741-8C66CC13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21A1C-9616-D019-A654-B7561274D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D3C3F-7A9A-1A46-64F0-23946A1B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25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183C-C9C9-BE70-30EE-ADFA36EB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E2551-F09E-13F1-D68E-7B0BC8227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5C0F9-AB08-EFD2-81A3-34E65022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C4D72-4EC8-C31F-9441-565EBF414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71A93-F87B-0FA8-15AF-D72BF624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60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36C6-9064-2CB1-588E-2088DEA6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051F1-D0D9-4AB7-8495-49A660A49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32E7B-5F61-A7CF-EF93-5D2C5C1B5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32472-5B50-9944-02C8-667034DD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A3D5D-8FE8-E937-66DD-135B9408C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019EE-F84A-9A45-99F1-511C09B1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98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3035-597C-DB21-6E52-9C4900599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F360C-EFE6-1BF9-1C76-70892480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19922-4230-59AD-F11E-03A004615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64D32-1231-9538-BDFC-32CC85CB3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7F2AF-6260-AFDD-348C-AEA122FB9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BAE1B-F106-403E-1F1C-55D0F9B7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8292B2-5608-5D48-C709-8A9B9D948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CAC7D-53E4-341E-D3C6-E9F56727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89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D74B-AF13-D2D7-B674-A07E9F18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13E27-35C7-E977-DF1B-F4122931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F02F6-AF18-E67F-D2A2-2B4B4AD4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C9670-65CC-D9C1-6F93-0A4781ECE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920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74177-29FA-626E-A1DD-B2FC7845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C3AF1-CE54-37D7-F9B7-65A059967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44D26-43B0-E3EE-F6DD-76ADC829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69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C927-C8AD-24F6-CA30-D7D0AC025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51F6-373B-8952-9CCE-C20A59F95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A289F3-B270-C4C0-9E28-A5FC1B2AD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4BEAB-38A8-33EC-E471-DFC295423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CC70E-AC28-EADB-5FEE-884052167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F496A-F631-E8F5-42C1-8B4BCB9D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42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3F11-6C36-82A3-27CB-F33E161D3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16F652-FA72-816D-65B9-099ED5039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C5844-7B13-A50E-1E3F-2A452D727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910BB-9AB0-BB56-E00D-E0B7E02D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237B-C087-21D6-7FD1-7790A99D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818D1-3BC1-36BA-3BC1-E4715C68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01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0BCD-FDA2-A3A3-C7E9-4F5EFF9F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BDBE0-85AA-A895-89EA-7D7603713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0C62C-2856-1A77-9F37-ACA35B77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D5F8B-EF85-38D5-1EDA-3653982C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36C1-8C52-9928-0FDF-A659438F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4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159674-F901-6FEB-8BD0-15DE62335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838E2-AC4F-FB29-A532-8C5E7D5C4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7094E-1CAB-BCA3-F6C0-09028B96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791A-F9FF-82D8-4E42-3A9233DC2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9F335-E75B-2965-49D8-D17D7805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22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A47FA-C0D0-BFA0-4087-8971A397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E47A8-43E3-D3B6-44B9-ABD522F50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649E4-CECD-B921-9A10-2AAD3AA3D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37499-F498-48D6-AC27-E50F289A1058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572E7-D9FF-C534-0E09-ECB8624B8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E4B98-53A1-2459-4B8F-5E891F4CB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88015-A079-493E-8D96-9FD794678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2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48C2-5548-96A8-1A14-3F8E8B3B5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105"/>
            <a:ext cx="8131629" cy="837066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SQL Chapter_1 Task</a:t>
            </a:r>
            <a:endParaRPr lang="en-IN" sz="4000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11DCE-6911-4BB4-E053-0C320FA16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3885" y="1174523"/>
            <a:ext cx="10232572" cy="4965020"/>
          </a:xfrm>
        </p:spPr>
        <p:txBody>
          <a:bodyPr>
            <a:normAutofit/>
          </a:bodyPr>
          <a:lstStyle/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the use of the </a:t>
            </a:r>
            <a:r>
              <a:rPr lang="en-GB" b="1" dirty="0"/>
              <a:t>CREATE</a:t>
            </a:r>
            <a:r>
              <a:rPr lang="en-GB" dirty="0"/>
              <a:t> command in SQL?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the difference between </a:t>
            </a:r>
            <a:r>
              <a:rPr lang="en-GB" b="1" dirty="0"/>
              <a:t>DROP</a:t>
            </a:r>
            <a:r>
              <a:rPr lang="en-GB" dirty="0"/>
              <a:t> and </a:t>
            </a:r>
            <a:r>
              <a:rPr lang="en-GB" b="1" dirty="0"/>
              <a:t>TRUNCATE</a:t>
            </a:r>
            <a:r>
              <a:rPr lang="en-GB" dirty="0"/>
              <a:t>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does the </a:t>
            </a:r>
            <a:r>
              <a:rPr lang="en-GB" b="1" dirty="0"/>
              <a:t>ALTER</a:t>
            </a:r>
            <a:r>
              <a:rPr lang="en-GB" dirty="0"/>
              <a:t> command do in SQL?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the purpose of the </a:t>
            </a:r>
            <a:r>
              <a:rPr lang="en-GB" b="1" dirty="0"/>
              <a:t>SELECT</a:t>
            </a:r>
            <a:r>
              <a:rPr lang="en-GB" dirty="0"/>
              <a:t> statement?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a </a:t>
            </a:r>
            <a:r>
              <a:rPr lang="en-GB" b="1" dirty="0"/>
              <a:t>PRIMARY KEY </a:t>
            </a:r>
            <a:r>
              <a:rPr lang="en-GB" dirty="0"/>
              <a:t>and why is it important?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the difference between </a:t>
            </a:r>
            <a:r>
              <a:rPr lang="en-GB" b="1" dirty="0"/>
              <a:t>PRIMARY KEY </a:t>
            </a:r>
            <a:r>
              <a:rPr lang="en-GB" dirty="0"/>
              <a:t>and </a:t>
            </a:r>
            <a:r>
              <a:rPr lang="en-GB" b="1" dirty="0"/>
              <a:t>UNIQUE</a:t>
            </a:r>
            <a:r>
              <a:rPr lang="en-GB" dirty="0"/>
              <a:t>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the difference between </a:t>
            </a:r>
            <a:r>
              <a:rPr lang="en-GB" b="1" dirty="0"/>
              <a:t>WHERE</a:t>
            </a:r>
            <a:r>
              <a:rPr lang="en-GB" dirty="0"/>
              <a:t> and </a:t>
            </a:r>
            <a:r>
              <a:rPr lang="en-GB" b="1" dirty="0"/>
              <a:t>HAVING</a:t>
            </a:r>
            <a:r>
              <a:rPr lang="en-GB" dirty="0"/>
              <a:t>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an </a:t>
            </a:r>
            <a:r>
              <a:rPr lang="en-GB" b="1" dirty="0"/>
              <a:t>INNER JOIN </a:t>
            </a:r>
            <a:r>
              <a:rPr lang="en-GB" dirty="0"/>
              <a:t>and what kind of rows does it return?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the use of </a:t>
            </a:r>
            <a:r>
              <a:rPr lang="en-GB" b="1" dirty="0"/>
              <a:t>GROUP BY </a:t>
            </a:r>
            <a:r>
              <a:rPr lang="en-GB" dirty="0"/>
              <a:t>in SQL?</a:t>
            </a:r>
            <a:endParaRPr lang="en-IN" dirty="0"/>
          </a:p>
          <a:p>
            <a:pPr marL="457200" lvl="0" indent="-457200" algn="l">
              <a:buFont typeface="+mj-lt"/>
              <a:buAutoNum type="arabicPeriod"/>
            </a:pPr>
            <a:r>
              <a:rPr lang="en-GB" dirty="0"/>
              <a:t>What is the difference between </a:t>
            </a:r>
            <a:r>
              <a:rPr lang="en-GB" b="1" dirty="0"/>
              <a:t>PRIMARY KEY </a:t>
            </a:r>
            <a:r>
              <a:rPr lang="en-GB" dirty="0"/>
              <a:t>and </a:t>
            </a:r>
            <a:r>
              <a:rPr lang="en-GB" b="1" dirty="0"/>
              <a:t>FOREIGN</a:t>
            </a:r>
            <a:r>
              <a:rPr lang="en-GB" dirty="0"/>
              <a:t> </a:t>
            </a:r>
            <a:r>
              <a:rPr lang="en-GB" b="1" dirty="0"/>
              <a:t>KEY</a:t>
            </a:r>
            <a:r>
              <a:rPr lang="en-GB" dirty="0"/>
              <a:t> ?</a:t>
            </a:r>
            <a:endParaRPr lang="en-IN" dirty="0"/>
          </a:p>
          <a:p>
            <a:pPr marL="457200" indent="-457200" algn="l">
              <a:buFont typeface="+mj-lt"/>
              <a:buAutoNum type="arabicPeriod"/>
            </a:pPr>
            <a:endParaRPr lang="en-IN" dirty="0"/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3998D30F-6668-6795-64A7-BC4578A259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88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9556"/>
    </mc:Choice>
    <mc:Fallback>
      <p:transition spd="slow" advTm="1895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Widescreen</PresentationFormat>
  <Paragraphs>11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SQL Chapter_1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Vasunthara K</dc:creator>
  <cp:lastModifiedBy>Vasunthara K</cp:lastModifiedBy>
  <cp:revision>1</cp:revision>
  <dcterms:created xsi:type="dcterms:W3CDTF">2026-09-21T11:38:39Z</dcterms:created>
  <dcterms:modified xsi:type="dcterms:W3CDTF">2026-09-21T11:38:55Z</dcterms:modified>
</cp:coreProperties>
</file>